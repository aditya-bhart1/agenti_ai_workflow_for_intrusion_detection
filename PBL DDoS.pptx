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59" r:id="rId6"/>
    <p:sldId id="269" r:id="rId7"/>
    <p:sldId id="270" r:id="rId8"/>
    <p:sldId id="260" r:id="rId9"/>
    <p:sldId id="262" r:id="rId10"/>
    <p:sldId id="261" r:id="rId11"/>
    <p:sldId id="271" r:id="rId12"/>
    <p:sldId id="272" r:id="rId13"/>
    <p:sldId id="273" r:id="rId14"/>
    <p:sldId id="266" r:id="rId15"/>
    <p:sldId id="263"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7D2C1A-2AD7-434C-8258-B43975B2AA76}" v="29" dt="2026-02-15T16:57:20.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 ram" userId="500c2c47a503990f" providerId="LiveId" clId="{943C7E89-8D4F-449D-BA56-BE05034AF8E7}"/>
    <pc:docChg chg="undo custSel addSld delSld modSld">
      <pc:chgData name="shiv ram" userId="500c2c47a503990f" providerId="LiveId" clId="{943C7E89-8D4F-449D-BA56-BE05034AF8E7}" dt="2026-02-15T17:01:30.107" v="2127" actId="20577"/>
      <pc:docMkLst>
        <pc:docMk/>
      </pc:docMkLst>
      <pc:sldChg chg="modSp mod">
        <pc:chgData name="shiv ram" userId="500c2c47a503990f" providerId="LiveId" clId="{943C7E89-8D4F-449D-BA56-BE05034AF8E7}" dt="2026-02-15T17:01:30.107" v="2127" actId="20577"/>
        <pc:sldMkLst>
          <pc:docMk/>
          <pc:sldMk cId="380237416" sldId="256"/>
        </pc:sldMkLst>
        <pc:spChg chg="mod">
          <ac:chgData name="shiv ram" userId="500c2c47a503990f" providerId="LiveId" clId="{943C7E89-8D4F-449D-BA56-BE05034AF8E7}" dt="2026-02-15T17:01:30.107" v="2127" actId="20577"/>
          <ac:spMkLst>
            <pc:docMk/>
            <pc:sldMk cId="380237416" sldId="256"/>
            <ac:spMk id="9" creationId="{B8466A34-BD34-5DB1-EC2B-14EE0BD5593C}"/>
          </ac:spMkLst>
        </pc:spChg>
      </pc:sldChg>
      <pc:sldChg chg="modSp mod">
        <pc:chgData name="shiv ram" userId="500c2c47a503990f" providerId="LiveId" clId="{943C7E89-8D4F-449D-BA56-BE05034AF8E7}" dt="2026-02-15T12:42:27.848" v="1"/>
        <pc:sldMkLst>
          <pc:docMk/>
          <pc:sldMk cId="2878976597" sldId="258"/>
        </pc:sldMkLst>
        <pc:spChg chg="mod">
          <ac:chgData name="shiv ram" userId="500c2c47a503990f" providerId="LiveId" clId="{943C7E89-8D4F-449D-BA56-BE05034AF8E7}" dt="2026-02-15T12:42:27.848" v="1"/>
          <ac:spMkLst>
            <pc:docMk/>
            <pc:sldMk cId="2878976597" sldId="258"/>
            <ac:spMk id="3" creationId="{E031CBD1-1236-BD10-F9B4-E2675BA38ED1}"/>
          </ac:spMkLst>
        </pc:spChg>
      </pc:sldChg>
      <pc:sldChg chg="addSp delSp modSp mod">
        <pc:chgData name="shiv ram" userId="500c2c47a503990f" providerId="LiveId" clId="{943C7E89-8D4F-449D-BA56-BE05034AF8E7}" dt="2026-02-15T16:23:56.641" v="871" actId="20577"/>
        <pc:sldMkLst>
          <pc:docMk/>
          <pc:sldMk cId="310308161" sldId="259"/>
        </pc:sldMkLst>
        <pc:spChg chg="mod">
          <ac:chgData name="shiv ram" userId="500c2c47a503990f" providerId="LiveId" clId="{943C7E89-8D4F-449D-BA56-BE05034AF8E7}" dt="2026-02-15T13:21:18.821" v="477" actId="27636"/>
          <ac:spMkLst>
            <pc:docMk/>
            <pc:sldMk cId="310308161" sldId="259"/>
            <ac:spMk id="2" creationId="{EA85647D-9B85-4135-FDC8-4412998CA206}"/>
          </ac:spMkLst>
        </pc:spChg>
        <pc:spChg chg="del mod">
          <ac:chgData name="shiv ram" userId="500c2c47a503990f" providerId="LiveId" clId="{943C7E89-8D4F-449D-BA56-BE05034AF8E7}" dt="2026-02-15T16:14:48.797" v="479" actId="22"/>
          <ac:spMkLst>
            <pc:docMk/>
            <pc:sldMk cId="310308161" sldId="259"/>
            <ac:spMk id="3" creationId="{7485F665-7E3B-0A75-0EE5-8FA0D35D261D}"/>
          </ac:spMkLst>
        </pc:spChg>
        <pc:spChg chg="add mod">
          <ac:chgData name="shiv ram" userId="500c2c47a503990f" providerId="LiveId" clId="{943C7E89-8D4F-449D-BA56-BE05034AF8E7}" dt="2026-02-15T16:23:56.641" v="871" actId="20577"/>
          <ac:spMkLst>
            <pc:docMk/>
            <pc:sldMk cId="310308161" sldId="259"/>
            <ac:spMk id="4" creationId="{6A5C930E-F580-F754-B43F-46BCBCC99D0F}"/>
          </ac:spMkLst>
        </pc:spChg>
        <pc:picChg chg="add mod ord">
          <ac:chgData name="shiv ram" userId="500c2c47a503990f" providerId="LiveId" clId="{943C7E89-8D4F-449D-BA56-BE05034AF8E7}" dt="2026-02-15T16:19:12.902" v="483" actId="1076"/>
          <ac:picMkLst>
            <pc:docMk/>
            <pc:sldMk cId="310308161" sldId="259"/>
            <ac:picMk id="5" creationId="{568C9F96-8C49-946C-79DB-26857C507D13}"/>
          </ac:picMkLst>
        </pc:picChg>
      </pc:sldChg>
      <pc:sldChg chg="addSp modSp mod">
        <pc:chgData name="shiv ram" userId="500c2c47a503990f" providerId="LiveId" clId="{943C7E89-8D4F-449D-BA56-BE05034AF8E7}" dt="2026-02-15T16:43:28.970" v="1829" actId="6549"/>
        <pc:sldMkLst>
          <pc:docMk/>
          <pc:sldMk cId="2374707807" sldId="260"/>
        </pc:sldMkLst>
        <pc:spChg chg="mod">
          <ac:chgData name="shiv ram" userId="500c2c47a503990f" providerId="LiveId" clId="{943C7E89-8D4F-449D-BA56-BE05034AF8E7}" dt="2026-02-15T16:40:31.782" v="1795" actId="14100"/>
          <ac:spMkLst>
            <pc:docMk/>
            <pc:sldMk cId="2374707807" sldId="260"/>
            <ac:spMk id="2" creationId="{C5EA1533-4BE1-DF5E-D485-BD167C2BD85D}"/>
          </ac:spMkLst>
        </pc:spChg>
        <pc:spChg chg="mod">
          <ac:chgData name="shiv ram" userId="500c2c47a503990f" providerId="LiveId" clId="{943C7E89-8D4F-449D-BA56-BE05034AF8E7}" dt="2026-02-15T16:43:28.970" v="1829" actId="6549"/>
          <ac:spMkLst>
            <pc:docMk/>
            <pc:sldMk cId="2374707807" sldId="260"/>
            <ac:spMk id="3" creationId="{CB024CC5-00AF-876C-F7CA-146754384CB0}"/>
          </ac:spMkLst>
        </pc:spChg>
        <pc:picChg chg="add mod">
          <ac:chgData name="shiv ram" userId="500c2c47a503990f" providerId="LiveId" clId="{943C7E89-8D4F-449D-BA56-BE05034AF8E7}" dt="2026-02-15T16:42:24.185" v="1814" actId="14100"/>
          <ac:picMkLst>
            <pc:docMk/>
            <pc:sldMk cId="2374707807" sldId="260"/>
            <ac:picMk id="5" creationId="{86AF2125-2A9C-62E5-1D03-55B61369A177}"/>
          </ac:picMkLst>
        </pc:picChg>
      </pc:sldChg>
      <pc:sldChg chg="addSp delSp modSp mod">
        <pc:chgData name="shiv ram" userId="500c2c47a503990f" providerId="LiveId" clId="{943C7E89-8D4F-449D-BA56-BE05034AF8E7}" dt="2026-02-15T16:53:59.628" v="2047" actId="255"/>
        <pc:sldMkLst>
          <pc:docMk/>
          <pc:sldMk cId="1077724860" sldId="261"/>
        </pc:sldMkLst>
        <pc:spChg chg="mod">
          <ac:chgData name="shiv ram" userId="500c2c47a503990f" providerId="LiveId" clId="{943C7E89-8D4F-449D-BA56-BE05034AF8E7}" dt="2026-02-15T16:53:59.628" v="2047" actId="255"/>
          <ac:spMkLst>
            <pc:docMk/>
            <pc:sldMk cId="1077724860" sldId="261"/>
            <ac:spMk id="2" creationId="{EAC2C796-D371-7EE6-056A-4956DC25840D}"/>
          </ac:spMkLst>
        </pc:spChg>
        <pc:spChg chg="del mod">
          <ac:chgData name="shiv ram" userId="500c2c47a503990f" providerId="LiveId" clId="{943C7E89-8D4F-449D-BA56-BE05034AF8E7}" dt="2026-02-15T16:49:05.158" v="1870" actId="22"/>
          <ac:spMkLst>
            <pc:docMk/>
            <pc:sldMk cId="1077724860" sldId="261"/>
            <ac:spMk id="3" creationId="{F7E7EF98-E6AD-70D5-2BE9-3A859F15DFF4}"/>
          </ac:spMkLst>
        </pc:spChg>
        <pc:spChg chg="add del mod">
          <ac:chgData name="shiv ram" userId="500c2c47a503990f" providerId="LiveId" clId="{943C7E89-8D4F-449D-BA56-BE05034AF8E7}" dt="2026-02-15T16:49:23.516" v="1875"/>
          <ac:spMkLst>
            <pc:docMk/>
            <pc:sldMk cId="1077724860" sldId="261"/>
            <ac:spMk id="7" creationId="{E92829A1-E57F-EAD3-5307-74F00D5768E2}"/>
          </ac:spMkLst>
        </pc:spChg>
        <pc:spChg chg="add mod">
          <ac:chgData name="shiv ram" userId="500c2c47a503990f" providerId="LiveId" clId="{943C7E89-8D4F-449D-BA56-BE05034AF8E7}" dt="2026-02-15T16:50:21.592" v="1893" actId="20577"/>
          <ac:spMkLst>
            <pc:docMk/>
            <pc:sldMk cId="1077724860" sldId="261"/>
            <ac:spMk id="8" creationId="{420B7E87-A3DC-C91A-95CE-011D6179B3AF}"/>
          </ac:spMkLst>
        </pc:spChg>
        <pc:picChg chg="add del mod ord">
          <ac:chgData name="shiv ram" userId="500c2c47a503990f" providerId="LiveId" clId="{943C7E89-8D4F-449D-BA56-BE05034AF8E7}" dt="2026-02-15T16:49:18.126" v="1874" actId="478"/>
          <ac:picMkLst>
            <pc:docMk/>
            <pc:sldMk cId="1077724860" sldId="261"/>
            <ac:picMk id="5" creationId="{509D8629-58CA-59FC-C890-AC7C8FC12C34}"/>
          </ac:picMkLst>
        </pc:picChg>
      </pc:sldChg>
      <pc:sldChg chg="addSp modSp mod">
        <pc:chgData name="shiv ram" userId="500c2c47a503990f" providerId="LiveId" clId="{943C7E89-8D4F-449D-BA56-BE05034AF8E7}" dt="2026-02-15T16:45:43.819" v="1835" actId="14100"/>
        <pc:sldMkLst>
          <pc:docMk/>
          <pc:sldMk cId="3547097812" sldId="262"/>
        </pc:sldMkLst>
        <pc:spChg chg="mod">
          <ac:chgData name="shiv ram" userId="500c2c47a503990f" providerId="LiveId" clId="{943C7E89-8D4F-449D-BA56-BE05034AF8E7}" dt="2026-02-15T16:45:20.627" v="1831" actId="20577"/>
          <ac:spMkLst>
            <pc:docMk/>
            <pc:sldMk cId="3547097812" sldId="262"/>
            <ac:spMk id="3" creationId="{CE3E25AA-71BA-D0F6-3993-32491BD06DD7}"/>
          </ac:spMkLst>
        </pc:spChg>
        <pc:picChg chg="add mod">
          <ac:chgData name="shiv ram" userId="500c2c47a503990f" providerId="LiveId" clId="{943C7E89-8D4F-449D-BA56-BE05034AF8E7}" dt="2026-02-15T16:45:43.819" v="1835" actId="14100"/>
          <ac:picMkLst>
            <pc:docMk/>
            <pc:sldMk cId="3547097812" sldId="262"/>
            <ac:picMk id="5" creationId="{F0BC57AF-38CA-F90C-C90E-F7FB436009AB}"/>
          </ac:picMkLst>
        </pc:picChg>
      </pc:sldChg>
      <pc:sldChg chg="modSp mod">
        <pc:chgData name="shiv ram" userId="500c2c47a503990f" providerId="LiveId" clId="{943C7E89-8D4F-449D-BA56-BE05034AF8E7}" dt="2026-02-15T16:57:18.344" v="2124" actId="6549"/>
        <pc:sldMkLst>
          <pc:docMk/>
          <pc:sldMk cId="2724917500" sldId="263"/>
        </pc:sldMkLst>
        <pc:spChg chg="mod">
          <ac:chgData name="shiv ram" userId="500c2c47a503990f" providerId="LiveId" clId="{943C7E89-8D4F-449D-BA56-BE05034AF8E7}" dt="2026-02-15T16:57:18.344" v="2124" actId="6549"/>
          <ac:spMkLst>
            <pc:docMk/>
            <pc:sldMk cId="2724917500" sldId="263"/>
            <ac:spMk id="3" creationId="{A6188C38-4C0A-7C78-2FF6-39EB62252E81}"/>
          </ac:spMkLst>
        </pc:spChg>
      </pc:sldChg>
      <pc:sldChg chg="addSp delSp modSp mod">
        <pc:chgData name="shiv ram" userId="500c2c47a503990f" providerId="LiveId" clId="{943C7E89-8D4F-449D-BA56-BE05034AF8E7}" dt="2026-02-15T16:55:41.543" v="2111" actId="14100"/>
        <pc:sldMkLst>
          <pc:docMk/>
          <pc:sldMk cId="3645671189" sldId="266"/>
        </pc:sldMkLst>
        <pc:spChg chg="del mod">
          <ac:chgData name="shiv ram" userId="500c2c47a503990f" providerId="LiveId" clId="{943C7E89-8D4F-449D-BA56-BE05034AF8E7}" dt="2026-02-15T16:55:37.732" v="2109"/>
          <ac:spMkLst>
            <pc:docMk/>
            <pc:sldMk cId="3645671189" sldId="266"/>
            <ac:spMk id="3" creationId="{3D7D4913-00D1-0B0F-38B7-C226FBBC330D}"/>
          </ac:spMkLst>
        </pc:spChg>
        <pc:graphicFrameChg chg="add mod modGraphic">
          <ac:chgData name="shiv ram" userId="500c2c47a503990f" providerId="LiveId" clId="{943C7E89-8D4F-449D-BA56-BE05034AF8E7}" dt="2026-02-15T16:55:41.543" v="2111" actId="14100"/>
          <ac:graphicFrameMkLst>
            <pc:docMk/>
            <pc:sldMk cId="3645671189" sldId="266"/>
            <ac:graphicFrameMk id="4" creationId="{7E639392-6BFA-D69A-075A-09327981CD2F}"/>
          </ac:graphicFrameMkLst>
        </pc:graphicFrameChg>
      </pc:sldChg>
      <pc:sldChg chg="del">
        <pc:chgData name="shiv ram" userId="500c2c47a503990f" providerId="LiveId" clId="{943C7E89-8D4F-449D-BA56-BE05034AF8E7}" dt="2026-02-15T16:57:30.966" v="2125" actId="2696"/>
        <pc:sldMkLst>
          <pc:docMk/>
          <pc:sldMk cId="2154956931" sldId="267"/>
        </pc:sldMkLst>
      </pc:sldChg>
      <pc:sldChg chg="modSp new mod">
        <pc:chgData name="shiv ram" userId="500c2c47a503990f" providerId="LiveId" clId="{943C7E89-8D4F-449D-BA56-BE05034AF8E7}" dt="2026-02-15T13:08:02.958" v="470" actId="20577"/>
        <pc:sldMkLst>
          <pc:docMk/>
          <pc:sldMk cId="1395286215" sldId="268"/>
        </pc:sldMkLst>
        <pc:spChg chg="mod">
          <ac:chgData name="shiv ram" userId="500c2c47a503990f" providerId="LiveId" clId="{943C7E89-8D4F-449D-BA56-BE05034AF8E7}" dt="2026-02-15T12:44:32.677" v="37" actId="20577"/>
          <ac:spMkLst>
            <pc:docMk/>
            <pc:sldMk cId="1395286215" sldId="268"/>
            <ac:spMk id="2" creationId="{3026E874-D4F7-1CAC-8626-EC5F192EB84B}"/>
          </ac:spMkLst>
        </pc:spChg>
        <pc:spChg chg="mod">
          <ac:chgData name="shiv ram" userId="500c2c47a503990f" providerId="LiveId" clId="{943C7E89-8D4F-449D-BA56-BE05034AF8E7}" dt="2026-02-15T13:08:02.958" v="470" actId="20577"/>
          <ac:spMkLst>
            <pc:docMk/>
            <pc:sldMk cId="1395286215" sldId="268"/>
            <ac:spMk id="3" creationId="{ADA6983E-66DD-D7F9-E6FE-508B1C13C013}"/>
          </ac:spMkLst>
        </pc:spChg>
      </pc:sldChg>
      <pc:sldChg chg="addSp delSp modSp new mod">
        <pc:chgData name="shiv ram" userId="500c2c47a503990f" providerId="LiveId" clId="{943C7E89-8D4F-449D-BA56-BE05034AF8E7}" dt="2026-02-15T16:28:18.065" v="1291" actId="14100"/>
        <pc:sldMkLst>
          <pc:docMk/>
          <pc:sldMk cId="4203145246" sldId="269"/>
        </pc:sldMkLst>
        <pc:spChg chg="mod">
          <ac:chgData name="shiv ram" userId="500c2c47a503990f" providerId="LiveId" clId="{943C7E89-8D4F-449D-BA56-BE05034AF8E7}" dt="2026-02-15T16:24:22.466" v="906" actId="14100"/>
          <ac:spMkLst>
            <pc:docMk/>
            <pc:sldMk cId="4203145246" sldId="269"/>
            <ac:spMk id="2" creationId="{2DC2BFE3-B822-8156-B67E-9B22BB92786E}"/>
          </ac:spMkLst>
        </pc:spChg>
        <pc:spChg chg="mod">
          <ac:chgData name="shiv ram" userId="500c2c47a503990f" providerId="LiveId" clId="{943C7E89-8D4F-449D-BA56-BE05034AF8E7}" dt="2026-02-15T16:26:34.016" v="1046" actId="20577"/>
          <ac:spMkLst>
            <pc:docMk/>
            <pc:sldMk cId="4203145246" sldId="269"/>
            <ac:spMk id="3" creationId="{60BEE8E4-431F-5F9D-DEFD-69EFD9FC6457}"/>
          </ac:spMkLst>
        </pc:spChg>
        <pc:spChg chg="add del mod">
          <ac:chgData name="shiv ram" userId="500c2c47a503990f" providerId="LiveId" clId="{943C7E89-8D4F-449D-BA56-BE05034AF8E7}" dt="2026-02-15T16:28:18.065" v="1291" actId="14100"/>
          <ac:spMkLst>
            <pc:docMk/>
            <pc:sldMk cId="4203145246" sldId="269"/>
            <ac:spMk id="6" creationId="{18AFCF2F-870A-B797-7490-A3E30E92DA02}"/>
          </ac:spMkLst>
        </pc:spChg>
        <pc:picChg chg="add mod">
          <ac:chgData name="shiv ram" userId="500c2c47a503990f" providerId="LiveId" clId="{943C7E89-8D4F-449D-BA56-BE05034AF8E7}" dt="2026-02-15T16:26:41.081" v="1048" actId="1076"/>
          <ac:picMkLst>
            <pc:docMk/>
            <pc:sldMk cId="4203145246" sldId="269"/>
            <ac:picMk id="5" creationId="{E7AA190D-42B2-9CE8-3E4C-B71E06836E97}"/>
          </ac:picMkLst>
        </pc:picChg>
      </pc:sldChg>
      <pc:sldChg chg="addSp modSp new mod">
        <pc:chgData name="shiv ram" userId="500c2c47a503990f" providerId="LiveId" clId="{943C7E89-8D4F-449D-BA56-BE05034AF8E7}" dt="2026-02-15T16:38:41.128" v="1793" actId="20577"/>
        <pc:sldMkLst>
          <pc:docMk/>
          <pc:sldMk cId="1590119034" sldId="270"/>
        </pc:sldMkLst>
        <pc:spChg chg="mod">
          <ac:chgData name="shiv ram" userId="500c2c47a503990f" providerId="LiveId" clId="{943C7E89-8D4F-449D-BA56-BE05034AF8E7}" dt="2026-02-15T16:29:52.111" v="1339" actId="27636"/>
          <ac:spMkLst>
            <pc:docMk/>
            <pc:sldMk cId="1590119034" sldId="270"/>
            <ac:spMk id="2" creationId="{C37D7299-26BC-AAF2-0B5C-603F80B1E1FD}"/>
          </ac:spMkLst>
        </pc:spChg>
        <pc:spChg chg="mod">
          <ac:chgData name="shiv ram" userId="500c2c47a503990f" providerId="LiveId" clId="{943C7E89-8D4F-449D-BA56-BE05034AF8E7}" dt="2026-02-15T16:33:13.945" v="1474" actId="20577"/>
          <ac:spMkLst>
            <pc:docMk/>
            <pc:sldMk cId="1590119034" sldId="270"/>
            <ac:spMk id="3" creationId="{FCFFB855-0836-638C-7C78-ADCF3A0CB8B3}"/>
          </ac:spMkLst>
        </pc:spChg>
        <pc:spChg chg="add mod">
          <ac:chgData name="shiv ram" userId="500c2c47a503990f" providerId="LiveId" clId="{943C7E89-8D4F-449D-BA56-BE05034AF8E7}" dt="2026-02-15T16:38:41.128" v="1793" actId="20577"/>
          <ac:spMkLst>
            <pc:docMk/>
            <pc:sldMk cId="1590119034" sldId="270"/>
            <ac:spMk id="6" creationId="{BC973A64-5205-D678-0691-8EE9940034AD}"/>
          </ac:spMkLst>
        </pc:spChg>
        <pc:picChg chg="add mod">
          <ac:chgData name="shiv ram" userId="500c2c47a503990f" providerId="LiveId" clId="{943C7E89-8D4F-449D-BA56-BE05034AF8E7}" dt="2026-02-15T16:33:21.785" v="1477" actId="14100"/>
          <ac:picMkLst>
            <pc:docMk/>
            <pc:sldMk cId="1590119034" sldId="270"/>
            <ac:picMk id="5" creationId="{DE49905F-D8C3-53D0-DC51-CBFE9E354BD6}"/>
          </ac:picMkLst>
        </pc:picChg>
      </pc:sldChg>
      <pc:sldChg chg="addSp delSp modSp new mod">
        <pc:chgData name="shiv ram" userId="500c2c47a503990f" providerId="LiveId" clId="{943C7E89-8D4F-449D-BA56-BE05034AF8E7}" dt="2026-02-15T16:51:24.459" v="1930" actId="5793"/>
        <pc:sldMkLst>
          <pc:docMk/>
          <pc:sldMk cId="3459667551" sldId="271"/>
        </pc:sldMkLst>
        <pc:spChg chg="mod">
          <ac:chgData name="shiv ram" userId="500c2c47a503990f" providerId="LiveId" clId="{943C7E89-8D4F-449D-BA56-BE05034AF8E7}" dt="2026-02-15T16:50:53.907" v="1915" actId="255"/>
          <ac:spMkLst>
            <pc:docMk/>
            <pc:sldMk cId="3459667551" sldId="271"/>
            <ac:spMk id="2" creationId="{48F5486E-9C83-950E-1D13-F8B1CE21C2B1}"/>
          </ac:spMkLst>
        </pc:spChg>
        <pc:spChg chg="del">
          <ac:chgData name="shiv ram" userId="500c2c47a503990f" providerId="LiveId" clId="{943C7E89-8D4F-449D-BA56-BE05034AF8E7}" dt="2026-02-15T16:51:00.814" v="1916"/>
          <ac:spMkLst>
            <pc:docMk/>
            <pc:sldMk cId="3459667551" sldId="271"/>
            <ac:spMk id="3" creationId="{5682EE11-A8AF-310C-49CE-DFA4FDDCE7F0}"/>
          </ac:spMkLst>
        </pc:spChg>
        <pc:spChg chg="add mod">
          <ac:chgData name="shiv ram" userId="500c2c47a503990f" providerId="LiveId" clId="{943C7E89-8D4F-449D-BA56-BE05034AF8E7}" dt="2026-02-15T16:51:24.459" v="1930" actId="5793"/>
          <ac:spMkLst>
            <pc:docMk/>
            <pc:sldMk cId="3459667551" sldId="271"/>
            <ac:spMk id="4" creationId="{54121184-C5C1-F283-1B68-4624441B4C04}"/>
          </ac:spMkLst>
        </pc:spChg>
      </pc:sldChg>
      <pc:sldChg chg="addSp delSp modSp new mod">
        <pc:chgData name="shiv ram" userId="500c2c47a503990f" providerId="LiveId" clId="{943C7E89-8D4F-449D-BA56-BE05034AF8E7}" dt="2026-02-15T16:53:44.384" v="2046" actId="20577"/>
        <pc:sldMkLst>
          <pc:docMk/>
          <pc:sldMk cId="891732041" sldId="272"/>
        </pc:sldMkLst>
        <pc:spChg chg="mod">
          <ac:chgData name="shiv ram" userId="500c2c47a503990f" providerId="LiveId" clId="{943C7E89-8D4F-449D-BA56-BE05034AF8E7}" dt="2026-02-15T16:52:27.746" v="1957" actId="20577"/>
          <ac:spMkLst>
            <pc:docMk/>
            <pc:sldMk cId="891732041" sldId="272"/>
            <ac:spMk id="2" creationId="{98DD0DA9-AF6C-133B-13E9-884DDE9498DD}"/>
          </ac:spMkLst>
        </pc:spChg>
        <pc:spChg chg="del">
          <ac:chgData name="shiv ram" userId="500c2c47a503990f" providerId="LiveId" clId="{943C7E89-8D4F-449D-BA56-BE05034AF8E7}" dt="2026-02-15T16:52:38.094" v="1958"/>
          <ac:spMkLst>
            <pc:docMk/>
            <pc:sldMk cId="891732041" sldId="272"/>
            <ac:spMk id="3" creationId="{4BA86923-F616-0EE1-78FA-7019103F2556}"/>
          </ac:spMkLst>
        </pc:spChg>
        <pc:spChg chg="add mod">
          <ac:chgData name="shiv ram" userId="500c2c47a503990f" providerId="LiveId" clId="{943C7E89-8D4F-449D-BA56-BE05034AF8E7}" dt="2026-02-15T16:53:44.384" v="2046" actId="20577"/>
          <ac:spMkLst>
            <pc:docMk/>
            <pc:sldMk cId="891732041" sldId="272"/>
            <ac:spMk id="4" creationId="{C2A4F042-058E-8AF4-BDF4-CE35686A8E9C}"/>
          </ac:spMkLst>
        </pc:spChg>
      </pc:sldChg>
      <pc:sldChg chg="addSp delSp modSp new mod">
        <pc:chgData name="shiv ram" userId="500c2c47a503990f" providerId="LiveId" clId="{943C7E89-8D4F-449D-BA56-BE05034AF8E7}" dt="2026-02-15T16:54:47.144" v="2100" actId="5793"/>
        <pc:sldMkLst>
          <pc:docMk/>
          <pc:sldMk cId="846447230" sldId="273"/>
        </pc:sldMkLst>
        <pc:spChg chg="mod">
          <ac:chgData name="shiv ram" userId="500c2c47a503990f" providerId="LiveId" clId="{943C7E89-8D4F-449D-BA56-BE05034AF8E7}" dt="2026-02-15T16:54:23.591" v="2085" actId="313"/>
          <ac:spMkLst>
            <pc:docMk/>
            <pc:sldMk cId="846447230" sldId="273"/>
            <ac:spMk id="2" creationId="{AA208524-046C-B534-3A70-FEDD78A9A883}"/>
          </ac:spMkLst>
        </pc:spChg>
        <pc:spChg chg="del">
          <ac:chgData name="shiv ram" userId="500c2c47a503990f" providerId="LiveId" clId="{943C7E89-8D4F-449D-BA56-BE05034AF8E7}" dt="2026-02-15T16:54:29.031" v="2086"/>
          <ac:spMkLst>
            <pc:docMk/>
            <pc:sldMk cId="846447230" sldId="273"/>
            <ac:spMk id="3" creationId="{C3E50E15-79D6-C647-161A-C5D6FE39999D}"/>
          </ac:spMkLst>
        </pc:spChg>
        <pc:spChg chg="add mod">
          <ac:chgData name="shiv ram" userId="500c2c47a503990f" providerId="LiveId" clId="{943C7E89-8D4F-449D-BA56-BE05034AF8E7}" dt="2026-02-15T16:54:47.144" v="2100" actId="5793"/>
          <ac:spMkLst>
            <pc:docMk/>
            <pc:sldMk cId="846447230" sldId="273"/>
            <ac:spMk id="4" creationId="{007CD7C2-E584-FDF0-B859-CB222E120B8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pmc.ncbi.nlm.nih.gov/articles/PMC8791701/" TargetMode="External"/><Relationship Id="rId2" Type="http://schemas.openxmlformats.org/officeDocument/2006/relationships/hyperlink" Target="https://journals.sagepub.com/doi/abs/10.3233/JIFS-190159" TargetMode="External"/><Relationship Id="rId1" Type="http://schemas.openxmlformats.org/officeDocument/2006/relationships/slideLayout" Target="../slideLayouts/slideLayout2.xml"/><Relationship Id="rId4" Type="http://schemas.openxmlformats.org/officeDocument/2006/relationships/hyperlink" Target="https://www.sciencedirect.com/science/article/pii/S1877050924031533"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noAutofit/>
          </a:bodyPr>
          <a:lstStyle/>
          <a:p>
            <a:r>
              <a:rPr lang="en-IN" sz="4400" dirty="0"/>
              <a:t>DDoS identification and redirection using Machine Learning</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Aditya Swami</a:t>
            </a:r>
          </a:p>
          <a:p>
            <a:r>
              <a:rPr lang="en-IN" dirty="0"/>
              <a:t>2427030177</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Neha Janu</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400" b="1" dirty="0"/>
              <a:t>School of Computer Science and Engineering</a:t>
            </a:r>
          </a:p>
          <a:p>
            <a:pPr>
              <a:lnSpc>
                <a:spcPct val="150000"/>
              </a:lnSpc>
            </a:pPr>
            <a:r>
              <a:rPr lang="en-IN" sz="2400" b="1"/>
              <a:t>Department </a:t>
            </a:r>
            <a:r>
              <a:rPr lang="en-IN" sz="2400" b="1" dirty="0"/>
              <a:t>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Introduction: DDoS and Machine Learning Approach</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a:xfrm>
            <a:off x="838200" y="1825624"/>
            <a:ext cx="10515600" cy="4913503"/>
          </a:xfrm>
        </p:spPr>
        <p:txBody>
          <a:bodyPr>
            <a:normAutofit/>
          </a:bodyPr>
          <a:lstStyle/>
          <a:p>
            <a:pPr marL="0" indent="0">
              <a:buNone/>
            </a:pPr>
            <a:r>
              <a:rPr lang="en-IN" sz="2400" dirty="0"/>
              <a:t>Imagine yourself as a business owner and you realize that the website which brings in majority of your business is unreachable because out of no where billions of customers are trying to access your website.</a:t>
            </a:r>
          </a:p>
          <a:p>
            <a:pPr marL="0" indent="0">
              <a:buNone/>
            </a:pPr>
            <a:r>
              <a:rPr lang="en-IN" sz="2400" dirty="0"/>
              <a:t>Millions?? That is what we call a DDoS attack where millions of requests start flooding the network by a large number of machines or botnets. The result is service slowdown or outage for users while the attacker gains access to the server.</a:t>
            </a:r>
          </a:p>
          <a:p>
            <a:pPr marL="0" indent="0">
              <a:buNone/>
            </a:pPr>
            <a:r>
              <a:rPr lang="en-US" sz="2400" dirty="0"/>
              <a:t>DDoS attacks aim to </a:t>
            </a:r>
            <a:r>
              <a:rPr lang="en-US" sz="2400" b="1" dirty="0"/>
              <a:t>break availability</a:t>
            </a:r>
            <a:r>
              <a:rPr lang="en-US" sz="2400" dirty="0"/>
              <a:t>, making them especially damaging for e-commerce, finance, cloud services, and critical infrastructure.</a:t>
            </a:r>
            <a:endParaRPr lang="en-IN" sz="2400"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6E874-D4F7-1CAC-8626-EC5F192EB84B}"/>
              </a:ext>
            </a:extLst>
          </p:cNvPr>
          <p:cNvSpPr>
            <a:spLocks noGrp="1"/>
          </p:cNvSpPr>
          <p:nvPr>
            <p:ph type="title"/>
          </p:nvPr>
        </p:nvSpPr>
        <p:spPr/>
        <p:txBody>
          <a:bodyPr/>
          <a:lstStyle/>
          <a:p>
            <a:r>
              <a:rPr lang="en-IN" dirty="0"/>
              <a:t>Machine Learning in DDoS</a:t>
            </a:r>
          </a:p>
        </p:txBody>
      </p:sp>
      <p:sp>
        <p:nvSpPr>
          <p:cNvPr id="3" name="Content Placeholder 2">
            <a:extLst>
              <a:ext uri="{FF2B5EF4-FFF2-40B4-BE49-F238E27FC236}">
                <a16:creationId xmlns:a16="http://schemas.microsoft.com/office/drawing/2014/main" id="{ADA6983E-66DD-D7F9-E6FE-508B1C13C013}"/>
              </a:ext>
            </a:extLst>
          </p:cNvPr>
          <p:cNvSpPr>
            <a:spLocks noGrp="1"/>
          </p:cNvSpPr>
          <p:nvPr>
            <p:ph idx="1"/>
          </p:nvPr>
        </p:nvSpPr>
        <p:spPr>
          <a:xfrm>
            <a:off x="838200" y="1408176"/>
            <a:ext cx="10515600" cy="4768787"/>
          </a:xfrm>
        </p:spPr>
        <p:txBody>
          <a:bodyPr>
            <a:normAutofit/>
          </a:bodyPr>
          <a:lstStyle/>
          <a:p>
            <a:pPr marL="0" indent="0">
              <a:buNone/>
            </a:pPr>
            <a:r>
              <a:rPr lang="en-IN" sz="2400" dirty="0"/>
              <a:t>Before Artificial Intelligence came into scene, DDoS recognition was based on fixed thresholds, rules and applications which worked for known patterns but didn’t work with 0 day attacks, techniques which keep changing and recent trends.</a:t>
            </a:r>
          </a:p>
          <a:p>
            <a:pPr marL="0" indent="0">
              <a:buNone/>
            </a:pPr>
            <a:r>
              <a:rPr lang="en-US" sz="2400" dirty="0"/>
              <a:t>To address these limitations, researchers and industry systems increasingly use </a:t>
            </a:r>
            <a:r>
              <a:rPr lang="en-US" sz="2400" b="1" dirty="0"/>
              <a:t>machine learning–based detection</a:t>
            </a:r>
            <a:r>
              <a:rPr lang="en-US" sz="2400" dirty="0"/>
              <a:t>, where models learn traffic behavior patterns from data instead of depending only on predefined rules. ML systems analyze features such as flow statistics, packet timing, protocol behavior, and request patterns to classify traffic as normal or malicious.</a:t>
            </a:r>
          </a:p>
          <a:p>
            <a:pPr marL="0" indent="0">
              <a:buNone/>
            </a:pPr>
            <a:r>
              <a:rPr lang="en-US" sz="2400" dirty="0"/>
              <a:t>With machine learning techniques such as random forest, k nearest integers, deep learning DDoS recognition has become easier.</a:t>
            </a:r>
            <a:endParaRPr lang="en-IN" sz="2400" dirty="0"/>
          </a:p>
        </p:txBody>
      </p:sp>
    </p:spTree>
    <p:extLst>
      <p:ext uri="{BB962C8B-B14F-4D97-AF65-F5344CB8AC3E}">
        <p14:creationId xmlns:p14="http://schemas.microsoft.com/office/powerpoint/2010/main" val="1395286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a:xfrm>
            <a:off x="838200" y="365125"/>
            <a:ext cx="10515600" cy="777875"/>
          </a:xfrm>
        </p:spPr>
        <p:txBody>
          <a:bodyPr>
            <a:normAutofit fontScale="90000"/>
          </a:bodyPr>
          <a:lstStyle/>
          <a:p>
            <a:r>
              <a:rPr lang="en-IN" dirty="0"/>
              <a:t>Literature Review: ML-Based DDoS Detection Approaches</a:t>
            </a:r>
          </a:p>
        </p:txBody>
      </p:sp>
      <p:pic>
        <p:nvPicPr>
          <p:cNvPr id="5" name="Content Placeholder 4">
            <a:extLst>
              <a:ext uri="{FF2B5EF4-FFF2-40B4-BE49-F238E27FC236}">
                <a16:creationId xmlns:a16="http://schemas.microsoft.com/office/drawing/2014/main" id="{568C9F96-8C49-946C-79DB-26857C507D13}"/>
              </a:ext>
            </a:extLst>
          </p:cNvPr>
          <p:cNvPicPr>
            <a:picLocks noGrp="1" noChangeAspect="1"/>
          </p:cNvPicPr>
          <p:nvPr>
            <p:ph idx="1"/>
          </p:nvPr>
        </p:nvPicPr>
        <p:blipFill>
          <a:blip r:embed="rId2"/>
          <a:stretch>
            <a:fillRect/>
          </a:stretch>
        </p:blipFill>
        <p:spPr>
          <a:xfrm>
            <a:off x="838200" y="1289304"/>
            <a:ext cx="8205676" cy="1997509"/>
          </a:xfrm>
          <a:prstGeom prst="rect">
            <a:avLst/>
          </a:prstGeom>
        </p:spPr>
      </p:pic>
      <p:sp>
        <p:nvSpPr>
          <p:cNvPr id="4" name="TextBox 3">
            <a:extLst>
              <a:ext uri="{FF2B5EF4-FFF2-40B4-BE49-F238E27FC236}">
                <a16:creationId xmlns:a16="http://schemas.microsoft.com/office/drawing/2014/main" id="{6A5C930E-F580-F754-B43F-46BCBCC99D0F}"/>
              </a:ext>
            </a:extLst>
          </p:cNvPr>
          <p:cNvSpPr txBox="1"/>
          <p:nvPr/>
        </p:nvSpPr>
        <p:spPr>
          <a:xfrm>
            <a:off x="838200" y="3706106"/>
            <a:ext cx="10948416" cy="2031325"/>
          </a:xfrm>
          <a:prstGeom prst="rect">
            <a:avLst/>
          </a:prstGeom>
          <a:noFill/>
        </p:spPr>
        <p:txBody>
          <a:bodyPr wrap="square">
            <a:spAutoFit/>
          </a:bodyPr>
          <a:lstStyle/>
          <a:p>
            <a:r>
              <a:rPr lang="en-IN" dirty="0"/>
              <a:t>A lot of recent studies show accuracy above 98% on different datasets. Different features such as PCA and corelation filtering are being used to improve speed.</a:t>
            </a:r>
          </a:p>
          <a:p>
            <a:endParaRPr lang="en-IN" dirty="0"/>
          </a:p>
          <a:p>
            <a:r>
              <a:rPr lang="en-IN" dirty="0"/>
              <a:t>Different papers show features like:</a:t>
            </a:r>
          </a:p>
          <a:p>
            <a:r>
              <a:rPr lang="en-IN" dirty="0"/>
              <a:t>. Tree based models often outperform linear models</a:t>
            </a:r>
          </a:p>
          <a:p>
            <a:r>
              <a:rPr lang="en-IN" dirty="0"/>
              <a:t>. Feature engineering strongly affects results</a:t>
            </a:r>
          </a:p>
          <a:p>
            <a:r>
              <a:rPr lang="en-IN" dirty="0"/>
              <a:t>. Model performance varies across datasets</a:t>
            </a:r>
          </a:p>
        </p:txBody>
      </p:sp>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2BFE3-B822-8156-B67E-9B22BB92786E}"/>
              </a:ext>
            </a:extLst>
          </p:cNvPr>
          <p:cNvSpPr>
            <a:spLocks noGrp="1"/>
          </p:cNvSpPr>
          <p:nvPr>
            <p:ph type="title"/>
          </p:nvPr>
        </p:nvSpPr>
        <p:spPr>
          <a:xfrm>
            <a:off x="838200" y="365125"/>
            <a:ext cx="9695688" cy="787019"/>
          </a:xfrm>
        </p:spPr>
        <p:txBody>
          <a:bodyPr/>
          <a:lstStyle/>
          <a:p>
            <a:r>
              <a:rPr lang="en-IN" dirty="0"/>
              <a:t>Deep Learning and hybrid models</a:t>
            </a:r>
          </a:p>
        </p:txBody>
      </p:sp>
      <p:sp>
        <p:nvSpPr>
          <p:cNvPr id="3" name="Content Placeholder 2">
            <a:extLst>
              <a:ext uri="{FF2B5EF4-FFF2-40B4-BE49-F238E27FC236}">
                <a16:creationId xmlns:a16="http://schemas.microsoft.com/office/drawing/2014/main" id="{60BEE8E4-431F-5F9D-DEFD-69EFD9FC6457}"/>
              </a:ext>
            </a:extLst>
          </p:cNvPr>
          <p:cNvSpPr>
            <a:spLocks noGrp="1"/>
          </p:cNvSpPr>
          <p:nvPr>
            <p:ph idx="1"/>
          </p:nvPr>
        </p:nvSpPr>
        <p:spPr>
          <a:xfrm>
            <a:off x="838200" y="1399032"/>
            <a:ext cx="10515600" cy="4777931"/>
          </a:xfrm>
        </p:spPr>
        <p:txBody>
          <a:bodyPr>
            <a:normAutofit/>
          </a:bodyPr>
          <a:lstStyle/>
          <a:p>
            <a:pPr marL="0" indent="0">
              <a:buNone/>
            </a:pPr>
            <a:r>
              <a:rPr lang="en-IN" sz="2000" dirty="0"/>
              <a:t>Recent works are pivoting towards the use of deep learning to capture complex traffic patterns that classical ML may miss. </a:t>
            </a:r>
            <a:r>
              <a:rPr lang="en-US" sz="2000" dirty="0"/>
              <a:t>These models are used especially when packet timing, sequence behavior, or multi-feature relationships matter.</a:t>
            </a:r>
          </a:p>
          <a:p>
            <a:pPr marL="0" indent="0">
              <a:buNone/>
            </a:pPr>
            <a:endParaRPr lang="en-IN" sz="2000" dirty="0"/>
          </a:p>
        </p:txBody>
      </p:sp>
      <p:pic>
        <p:nvPicPr>
          <p:cNvPr id="5" name="Picture 4">
            <a:extLst>
              <a:ext uri="{FF2B5EF4-FFF2-40B4-BE49-F238E27FC236}">
                <a16:creationId xmlns:a16="http://schemas.microsoft.com/office/drawing/2014/main" id="{E7AA190D-42B2-9CE8-3E4C-B71E06836E97}"/>
              </a:ext>
            </a:extLst>
          </p:cNvPr>
          <p:cNvPicPr>
            <a:picLocks noChangeAspect="1"/>
          </p:cNvPicPr>
          <p:nvPr/>
        </p:nvPicPr>
        <p:blipFill>
          <a:blip r:embed="rId2"/>
          <a:stretch>
            <a:fillRect/>
          </a:stretch>
        </p:blipFill>
        <p:spPr>
          <a:xfrm>
            <a:off x="838200" y="2530116"/>
            <a:ext cx="5925377" cy="1505160"/>
          </a:xfrm>
          <a:prstGeom prst="rect">
            <a:avLst/>
          </a:prstGeom>
        </p:spPr>
      </p:pic>
      <p:sp>
        <p:nvSpPr>
          <p:cNvPr id="6" name="TextBox 5">
            <a:extLst>
              <a:ext uri="{FF2B5EF4-FFF2-40B4-BE49-F238E27FC236}">
                <a16:creationId xmlns:a16="http://schemas.microsoft.com/office/drawing/2014/main" id="{18AFCF2F-870A-B797-7490-A3E30E92DA02}"/>
              </a:ext>
            </a:extLst>
          </p:cNvPr>
          <p:cNvSpPr txBox="1"/>
          <p:nvPr/>
        </p:nvSpPr>
        <p:spPr>
          <a:xfrm>
            <a:off x="838200" y="4282164"/>
            <a:ext cx="9796272" cy="1200329"/>
          </a:xfrm>
          <a:prstGeom prst="rect">
            <a:avLst/>
          </a:prstGeom>
          <a:noFill/>
        </p:spPr>
        <p:txBody>
          <a:bodyPr wrap="square" rtlCol="0">
            <a:spAutoFit/>
          </a:bodyPr>
          <a:lstStyle/>
          <a:p>
            <a:r>
              <a:rPr lang="en-IN" dirty="0"/>
              <a:t>Different research trends observed:</a:t>
            </a:r>
          </a:p>
          <a:p>
            <a:r>
              <a:rPr lang="en-IN" dirty="0"/>
              <a:t>. Hybrid models outperform single deep models</a:t>
            </a:r>
          </a:p>
          <a:p>
            <a:r>
              <a:rPr lang="en-IN" dirty="0"/>
              <a:t>. Deep learning improves pattern-based attacks</a:t>
            </a:r>
          </a:p>
          <a:p>
            <a:r>
              <a:rPr lang="en-IN" dirty="0"/>
              <a:t>. Training time, hardware, computational cost are all high as compared to classical ML approach.</a:t>
            </a:r>
          </a:p>
        </p:txBody>
      </p:sp>
    </p:spTree>
    <p:extLst>
      <p:ext uri="{BB962C8B-B14F-4D97-AF65-F5344CB8AC3E}">
        <p14:creationId xmlns:p14="http://schemas.microsoft.com/office/powerpoint/2010/main" val="4203145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D7299-26BC-AAF2-0B5C-603F80B1E1FD}"/>
              </a:ext>
            </a:extLst>
          </p:cNvPr>
          <p:cNvSpPr>
            <a:spLocks noGrp="1"/>
          </p:cNvSpPr>
          <p:nvPr>
            <p:ph type="title"/>
          </p:nvPr>
        </p:nvSpPr>
        <p:spPr>
          <a:xfrm>
            <a:off x="838200" y="365125"/>
            <a:ext cx="9823704" cy="613283"/>
          </a:xfrm>
        </p:spPr>
        <p:txBody>
          <a:bodyPr>
            <a:normAutofit fontScale="90000"/>
          </a:bodyPr>
          <a:lstStyle/>
          <a:p>
            <a:r>
              <a:rPr lang="en-IN" dirty="0"/>
              <a:t>Limitations, issues in existing research</a:t>
            </a:r>
          </a:p>
        </p:txBody>
      </p:sp>
      <p:sp>
        <p:nvSpPr>
          <p:cNvPr id="3" name="Content Placeholder 2">
            <a:extLst>
              <a:ext uri="{FF2B5EF4-FFF2-40B4-BE49-F238E27FC236}">
                <a16:creationId xmlns:a16="http://schemas.microsoft.com/office/drawing/2014/main" id="{FCFFB855-0836-638C-7C78-ADCF3A0CB8B3}"/>
              </a:ext>
            </a:extLst>
          </p:cNvPr>
          <p:cNvSpPr>
            <a:spLocks noGrp="1"/>
          </p:cNvSpPr>
          <p:nvPr>
            <p:ph idx="1"/>
          </p:nvPr>
        </p:nvSpPr>
        <p:spPr>
          <a:xfrm>
            <a:off x="838200" y="1170432"/>
            <a:ext cx="10515600" cy="5006531"/>
          </a:xfrm>
        </p:spPr>
        <p:txBody>
          <a:bodyPr>
            <a:normAutofit/>
          </a:bodyPr>
          <a:lstStyle/>
          <a:p>
            <a:pPr marL="0" indent="0">
              <a:buNone/>
            </a:pPr>
            <a:r>
              <a:rPr lang="en-IN" sz="2000" dirty="0"/>
              <a:t>Although the research shows very high accuracy (98% - 99%) there exist several limitations which break the models.</a:t>
            </a:r>
          </a:p>
          <a:p>
            <a:pPr marL="0" indent="0">
              <a:buNone/>
            </a:pPr>
            <a:endParaRPr lang="en-IN" sz="2000" dirty="0"/>
          </a:p>
        </p:txBody>
      </p:sp>
      <p:pic>
        <p:nvPicPr>
          <p:cNvPr id="5" name="Picture 4">
            <a:extLst>
              <a:ext uri="{FF2B5EF4-FFF2-40B4-BE49-F238E27FC236}">
                <a16:creationId xmlns:a16="http://schemas.microsoft.com/office/drawing/2014/main" id="{DE49905F-D8C3-53D0-DC51-CBFE9E354BD6}"/>
              </a:ext>
            </a:extLst>
          </p:cNvPr>
          <p:cNvPicPr>
            <a:picLocks noChangeAspect="1"/>
          </p:cNvPicPr>
          <p:nvPr/>
        </p:nvPicPr>
        <p:blipFill>
          <a:blip r:embed="rId2"/>
          <a:stretch>
            <a:fillRect/>
          </a:stretch>
        </p:blipFill>
        <p:spPr>
          <a:xfrm>
            <a:off x="838200" y="1975327"/>
            <a:ext cx="4401312" cy="2267266"/>
          </a:xfrm>
          <a:prstGeom prst="rect">
            <a:avLst/>
          </a:prstGeom>
        </p:spPr>
      </p:pic>
      <p:sp>
        <p:nvSpPr>
          <p:cNvPr id="6" name="TextBox 5">
            <a:extLst>
              <a:ext uri="{FF2B5EF4-FFF2-40B4-BE49-F238E27FC236}">
                <a16:creationId xmlns:a16="http://schemas.microsoft.com/office/drawing/2014/main" id="{BC973A64-5205-D678-0691-8EE9940034AD}"/>
              </a:ext>
            </a:extLst>
          </p:cNvPr>
          <p:cNvSpPr txBox="1"/>
          <p:nvPr/>
        </p:nvSpPr>
        <p:spPr>
          <a:xfrm>
            <a:off x="838200" y="4434617"/>
            <a:ext cx="9918100" cy="1200329"/>
          </a:xfrm>
          <a:prstGeom prst="rect">
            <a:avLst/>
          </a:prstGeom>
          <a:noFill/>
        </p:spPr>
        <p:txBody>
          <a:bodyPr wrap="none" rtlCol="0">
            <a:spAutoFit/>
          </a:bodyPr>
          <a:lstStyle/>
          <a:p>
            <a:r>
              <a:rPr lang="en-IN" dirty="0"/>
              <a:t>Several other challenges which change dynamically:</a:t>
            </a:r>
          </a:p>
          <a:p>
            <a:r>
              <a:rPr lang="en-IN" dirty="0"/>
              <a:t>. Model drift as traffic patterns change – unable to predict based on what the model has never seen</a:t>
            </a:r>
          </a:p>
          <a:p>
            <a:r>
              <a:rPr lang="en-IN" dirty="0"/>
              <a:t>. False positives – even a small percentage of small positives can lead to huge business losses</a:t>
            </a:r>
          </a:p>
          <a:p>
            <a:r>
              <a:rPr lang="en-IN" dirty="0"/>
              <a:t>. Poor cross-dataset generalization</a:t>
            </a:r>
          </a:p>
        </p:txBody>
      </p:sp>
    </p:spTree>
    <p:extLst>
      <p:ext uri="{BB962C8B-B14F-4D97-AF65-F5344CB8AC3E}">
        <p14:creationId xmlns:p14="http://schemas.microsoft.com/office/powerpoint/2010/main" val="1590119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a:xfrm>
            <a:off x="838200" y="365125"/>
            <a:ext cx="10515600" cy="841883"/>
          </a:xfrm>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838200" y="1207008"/>
            <a:ext cx="10515600" cy="5148072"/>
          </a:xfrm>
        </p:spPr>
        <p:txBody>
          <a:bodyPr>
            <a:normAutofit/>
          </a:bodyPr>
          <a:lstStyle/>
          <a:p>
            <a:pPr marL="0" indent="0">
              <a:buNone/>
            </a:pPr>
            <a:r>
              <a:rPr lang="en-US" sz="2000" dirty="0"/>
              <a:t>Distributed Denial-of-Service attacks continue to grow, targeting both network infrastructure and application-layer services. </a:t>
            </a:r>
          </a:p>
          <a:p>
            <a:pPr marL="0" indent="0">
              <a:buNone/>
            </a:pPr>
            <a:r>
              <a:rPr lang="en-IN" sz="2000" dirty="0"/>
              <a:t>Recent machine learning–based detection models report high accuracy on datasets but real-world deployment remains unreliable due to changing traffic behaviour, encrypted protocols, and adaptive attack strategies.</a:t>
            </a:r>
          </a:p>
          <a:p>
            <a:pPr marL="0" indent="0">
              <a:buNone/>
            </a:pPr>
            <a:r>
              <a:rPr lang="en-US" sz="2000" dirty="0"/>
              <a:t>There is a clear gap between high reported detection performance in research and practical, dependable defense in live environments. Current approaches fail to generalize across datasets, struggle with imbalanced and noisy traffic, and provide limited guidance on how detection outputs translate into safe defensive actions.</a:t>
            </a:r>
            <a:endParaRPr lang="en-IN" sz="2000" dirty="0"/>
          </a:p>
        </p:txBody>
      </p:sp>
      <p:pic>
        <p:nvPicPr>
          <p:cNvPr id="5" name="Picture 4">
            <a:extLst>
              <a:ext uri="{FF2B5EF4-FFF2-40B4-BE49-F238E27FC236}">
                <a16:creationId xmlns:a16="http://schemas.microsoft.com/office/drawing/2014/main" id="{86AF2125-2A9C-62E5-1D03-55B61369A177}"/>
              </a:ext>
            </a:extLst>
          </p:cNvPr>
          <p:cNvPicPr>
            <a:picLocks noChangeAspect="1"/>
          </p:cNvPicPr>
          <p:nvPr/>
        </p:nvPicPr>
        <p:blipFill>
          <a:blip r:embed="rId2"/>
          <a:stretch>
            <a:fillRect/>
          </a:stretch>
        </p:blipFill>
        <p:spPr>
          <a:xfrm>
            <a:off x="838200" y="4148636"/>
            <a:ext cx="11183708" cy="1666948"/>
          </a:xfrm>
          <a:prstGeom prst="rect">
            <a:avLst/>
          </a:prstGeom>
        </p:spPr>
      </p:pic>
    </p:spTree>
    <p:extLst>
      <p:ext uri="{BB962C8B-B14F-4D97-AF65-F5344CB8AC3E}">
        <p14:creationId xmlns:p14="http://schemas.microsoft.com/office/powerpoint/2010/main" val="2374707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p:txBody>
          <a:bodyPr/>
          <a:lstStyle/>
          <a:p>
            <a:pPr marL="0" indent="0">
              <a:buNone/>
            </a:pPr>
            <a:endParaRPr lang="en-IN" dirty="0"/>
          </a:p>
        </p:txBody>
      </p:sp>
      <p:pic>
        <p:nvPicPr>
          <p:cNvPr id="5" name="Picture 4">
            <a:extLst>
              <a:ext uri="{FF2B5EF4-FFF2-40B4-BE49-F238E27FC236}">
                <a16:creationId xmlns:a16="http://schemas.microsoft.com/office/drawing/2014/main" id="{F0BC57AF-38CA-F90C-C90E-F7FB436009AB}"/>
              </a:ext>
            </a:extLst>
          </p:cNvPr>
          <p:cNvPicPr>
            <a:picLocks noChangeAspect="1"/>
          </p:cNvPicPr>
          <p:nvPr/>
        </p:nvPicPr>
        <p:blipFill>
          <a:blip r:embed="rId2"/>
          <a:stretch>
            <a:fillRect/>
          </a:stretch>
        </p:blipFill>
        <p:spPr>
          <a:xfrm>
            <a:off x="838200" y="1825626"/>
            <a:ext cx="10260358" cy="3411696"/>
          </a:xfrm>
          <a:prstGeom prst="rect">
            <a:avLst/>
          </a:prstGeom>
        </p:spPr>
      </p:pic>
    </p:spTree>
    <p:extLst>
      <p:ext uri="{BB962C8B-B14F-4D97-AF65-F5344CB8AC3E}">
        <p14:creationId xmlns:p14="http://schemas.microsoft.com/office/powerpoint/2010/main" val="3547097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t>Proposed Methodology:</a:t>
            </a:r>
            <a:br>
              <a:rPr lang="en-IN" dirty="0"/>
            </a:br>
            <a:r>
              <a:rPr lang="en-IN" sz="2800" dirty="0"/>
              <a:t>Data Preparation</a:t>
            </a:r>
          </a:p>
        </p:txBody>
      </p:sp>
      <p:sp>
        <p:nvSpPr>
          <p:cNvPr id="8" name="Rectangle 1">
            <a:extLst>
              <a:ext uri="{FF2B5EF4-FFF2-40B4-BE49-F238E27FC236}">
                <a16:creationId xmlns:a16="http://schemas.microsoft.com/office/drawing/2014/main" id="{420B7E87-A3DC-C91A-95CE-011D6179B3AF}"/>
              </a:ext>
            </a:extLst>
          </p:cNvPr>
          <p:cNvSpPr>
            <a:spLocks noGrp="1" noChangeArrowheads="1"/>
          </p:cNvSpPr>
          <p:nvPr>
            <p:ph idx="1"/>
          </p:nvPr>
        </p:nvSpPr>
        <p:spPr bwMode="auto">
          <a:xfrm>
            <a:off x="838200" y="2375983"/>
            <a:ext cx="1044549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Use a recent public DDoS traffic dataset with labeled normal and attack flows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Clean the data: remove missing values and duplicates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Extract useful flow features (packet count, rate, duration, flags, etc.)</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Normalize values and split into train and test sets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Handle class imbalance so results are not biased</a:t>
            </a:r>
          </a:p>
        </p:txBody>
      </p:sp>
    </p:spTree>
    <p:extLst>
      <p:ext uri="{BB962C8B-B14F-4D97-AF65-F5344CB8AC3E}">
        <p14:creationId xmlns:p14="http://schemas.microsoft.com/office/powerpoint/2010/main" val="1077724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5486E-9C83-950E-1D13-F8B1CE21C2B1}"/>
              </a:ext>
            </a:extLst>
          </p:cNvPr>
          <p:cNvSpPr>
            <a:spLocks noGrp="1"/>
          </p:cNvSpPr>
          <p:nvPr>
            <p:ph type="title"/>
          </p:nvPr>
        </p:nvSpPr>
        <p:spPr/>
        <p:txBody>
          <a:bodyPr/>
          <a:lstStyle/>
          <a:p>
            <a:r>
              <a:rPr lang="en-IN" dirty="0"/>
              <a:t>Proposed Methodology:</a:t>
            </a:r>
            <a:br>
              <a:rPr lang="en-IN" dirty="0"/>
            </a:br>
            <a:r>
              <a:rPr lang="en-IN" sz="2800" dirty="0"/>
              <a:t>Feature Selection</a:t>
            </a:r>
          </a:p>
        </p:txBody>
      </p:sp>
      <p:sp>
        <p:nvSpPr>
          <p:cNvPr id="4" name="Rectangle 1">
            <a:extLst>
              <a:ext uri="{FF2B5EF4-FFF2-40B4-BE49-F238E27FC236}">
                <a16:creationId xmlns:a16="http://schemas.microsoft.com/office/drawing/2014/main" id="{54121184-C5C1-F283-1B68-4624441B4C04}"/>
              </a:ext>
            </a:extLst>
          </p:cNvPr>
          <p:cNvSpPr>
            <a:spLocks noGrp="1" noChangeArrowheads="1"/>
          </p:cNvSpPr>
          <p:nvPr>
            <p:ph idx="1"/>
          </p:nvPr>
        </p:nvSpPr>
        <p:spPr bwMode="auto">
          <a:xfrm>
            <a:off x="838200" y="2293134"/>
            <a:ext cx="1031748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Study which traffic features actually help detection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Remove highly correlated and redundant features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Rank feature importance using tree-based models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Test reduced feature sets vs full feature sets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Keep features that work even with limited traffic visibility</a:t>
            </a:r>
          </a:p>
        </p:txBody>
      </p:sp>
    </p:spTree>
    <p:extLst>
      <p:ext uri="{BB962C8B-B14F-4D97-AF65-F5344CB8AC3E}">
        <p14:creationId xmlns:p14="http://schemas.microsoft.com/office/powerpoint/2010/main" val="3459667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D0DA9-AF6C-133B-13E9-884DDE9498DD}"/>
              </a:ext>
            </a:extLst>
          </p:cNvPr>
          <p:cNvSpPr>
            <a:spLocks noGrp="1"/>
          </p:cNvSpPr>
          <p:nvPr>
            <p:ph type="title"/>
          </p:nvPr>
        </p:nvSpPr>
        <p:spPr/>
        <p:txBody>
          <a:bodyPr/>
          <a:lstStyle/>
          <a:p>
            <a:r>
              <a:rPr lang="en-IN" dirty="0"/>
              <a:t>Proposed Methodology:</a:t>
            </a:r>
            <a:br>
              <a:rPr lang="en-IN" dirty="0"/>
            </a:br>
            <a:r>
              <a:rPr lang="en-IN" sz="2800" dirty="0"/>
              <a:t>Model Training</a:t>
            </a:r>
            <a:endParaRPr lang="en-IN" dirty="0"/>
          </a:p>
        </p:txBody>
      </p:sp>
      <p:sp>
        <p:nvSpPr>
          <p:cNvPr id="4" name="Rectangle 1">
            <a:extLst>
              <a:ext uri="{FF2B5EF4-FFF2-40B4-BE49-F238E27FC236}">
                <a16:creationId xmlns:a16="http://schemas.microsoft.com/office/drawing/2014/main" id="{C2A4F042-058E-8AF4-BDF4-CE35686A8E9C}"/>
              </a:ext>
            </a:extLst>
          </p:cNvPr>
          <p:cNvSpPr>
            <a:spLocks noGrp="1" noChangeArrowheads="1"/>
          </p:cNvSpPr>
          <p:nvPr>
            <p:ph idx="1"/>
          </p:nvPr>
        </p:nvSpPr>
        <p:spPr bwMode="auto">
          <a:xfrm>
            <a:off x="838200" y="2108468"/>
            <a:ext cx="1042067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Tune key parameters using cross-validation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Compare models using precision, recall, F1 — not just accuracy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Measure training time and prediction speed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Test using unseen data only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Compare model against different models(Random Forest, SVM, boosting)</a:t>
            </a:r>
          </a:p>
        </p:txBody>
      </p:sp>
    </p:spTree>
    <p:extLst>
      <p:ext uri="{BB962C8B-B14F-4D97-AF65-F5344CB8AC3E}">
        <p14:creationId xmlns:p14="http://schemas.microsoft.com/office/powerpoint/2010/main" val="891732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08524-046C-B534-3A70-FEDD78A9A883}"/>
              </a:ext>
            </a:extLst>
          </p:cNvPr>
          <p:cNvSpPr>
            <a:spLocks noGrp="1"/>
          </p:cNvSpPr>
          <p:nvPr>
            <p:ph type="title"/>
          </p:nvPr>
        </p:nvSpPr>
        <p:spPr/>
        <p:txBody>
          <a:bodyPr/>
          <a:lstStyle/>
          <a:p>
            <a:r>
              <a:rPr lang="en-IN" dirty="0"/>
              <a:t>Proposed Methodology:</a:t>
            </a:r>
            <a:br>
              <a:rPr lang="en-IN" dirty="0"/>
            </a:br>
            <a:r>
              <a:rPr lang="en-IN" sz="2800" dirty="0"/>
              <a:t>Practical Reliability Tests</a:t>
            </a:r>
            <a:endParaRPr lang="en-IN" dirty="0"/>
          </a:p>
        </p:txBody>
      </p:sp>
      <p:sp>
        <p:nvSpPr>
          <p:cNvPr id="4" name="Rectangle 1">
            <a:extLst>
              <a:ext uri="{FF2B5EF4-FFF2-40B4-BE49-F238E27FC236}">
                <a16:creationId xmlns:a16="http://schemas.microsoft.com/office/drawing/2014/main" id="{007CD7C2-E584-FDF0-B859-CB222E120B81}"/>
              </a:ext>
            </a:extLst>
          </p:cNvPr>
          <p:cNvSpPr>
            <a:spLocks noGrp="1" noChangeArrowheads="1"/>
          </p:cNvSpPr>
          <p:nvPr>
            <p:ph idx="1"/>
          </p:nvPr>
        </p:nvSpPr>
        <p:spPr bwMode="auto">
          <a:xfrm>
            <a:off x="838200" y="2293134"/>
            <a:ext cx="790953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Test models on imbalanced and noisy data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Check false positive behavior at scale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Evaluate performance when some features are missing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Observe how stable results are under traffic variation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Map detection output to possible defense actions</a:t>
            </a:r>
          </a:p>
        </p:txBody>
      </p:sp>
    </p:spTree>
    <p:extLst>
      <p:ext uri="{BB962C8B-B14F-4D97-AF65-F5344CB8AC3E}">
        <p14:creationId xmlns:p14="http://schemas.microsoft.com/office/powerpoint/2010/main" val="846447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p:txBody>
          <a:bodyPr/>
          <a:lstStyle/>
          <a:p>
            <a:r>
              <a:rPr lang="en-IN" dirty="0"/>
              <a:t>Result </a:t>
            </a:r>
          </a:p>
        </p:txBody>
      </p:sp>
      <p:graphicFrame>
        <p:nvGraphicFramePr>
          <p:cNvPr id="4" name="Content Placeholder 3">
            <a:extLst>
              <a:ext uri="{FF2B5EF4-FFF2-40B4-BE49-F238E27FC236}">
                <a16:creationId xmlns:a16="http://schemas.microsoft.com/office/drawing/2014/main" id="{7E639392-6BFA-D69A-075A-09327981CD2F}"/>
              </a:ext>
            </a:extLst>
          </p:cNvPr>
          <p:cNvGraphicFramePr>
            <a:graphicFrameLocks noGrp="1"/>
          </p:cNvGraphicFramePr>
          <p:nvPr>
            <p:ph idx="1"/>
            <p:extLst>
              <p:ext uri="{D42A27DB-BD31-4B8C-83A1-F6EECF244321}">
                <p14:modId xmlns:p14="http://schemas.microsoft.com/office/powerpoint/2010/main" val="1582168356"/>
              </p:ext>
            </p:extLst>
          </p:nvPr>
        </p:nvGraphicFramePr>
        <p:xfrm>
          <a:off x="838200" y="1874520"/>
          <a:ext cx="10515600" cy="3712464"/>
        </p:xfrm>
        <a:graphic>
          <a:graphicData uri="http://schemas.openxmlformats.org/drawingml/2006/table">
            <a:tbl>
              <a:tblPr/>
              <a:tblGrid>
                <a:gridCol w="1752600">
                  <a:extLst>
                    <a:ext uri="{9D8B030D-6E8A-4147-A177-3AD203B41FA5}">
                      <a16:colId xmlns:a16="http://schemas.microsoft.com/office/drawing/2014/main" val="2062777592"/>
                    </a:ext>
                  </a:extLst>
                </a:gridCol>
                <a:gridCol w="1752600">
                  <a:extLst>
                    <a:ext uri="{9D8B030D-6E8A-4147-A177-3AD203B41FA5}">
                      <a16:colId xmlns:a16="http://schemas.microsoft.com/office/drawing/2014/main" val="200039113"/>
                    </a:ext>
                  </a:extLst>
                </a:gridCol>
                <a:gridCol w="1752600">
                  <a:extLst>
                    <a:ext uri="{9D8B030D-6E8A-4147-A177-3AD203B41FA5}">
                      <a16:colId xmlns:a16="http://schemas.microsoft.com/office/drawing/2014/main" val="2186133370"/>
                    </a:ext>
                  </a:extLst>
                </a:gridCol>
                <a:gridCol w="1752600">
                  <a:extLst>
                    <a:ext uri="{9D8B030D-6E8A-4147-A177-3AD203B41FA5}">
                      <a16:colId xmlns:a16="http://schemas.microsoft.com/office/drawing/2014/main" val="263079556"/>
                    </a:ext>
                  </a:extLst>
                </a:gridCol>
                <a:gridCol w="1752600">
                  <a:extLst>
                    <a:ext uri="{9D8B030D-6E8A-4147-A177-3AD203B41FA5}">
                      <a16:colId xmlns:a16="http://schemas.microsoft.com/office/drawing/2014/main" val="483934593"/>
                    </a:ext>
                  </a:extLst>
                </a:gridCol>
                <a:gridCol w="1752600">
                  <a:extLst>
                    <a:ext uri="{9D8B030D-6E8A-4147-A177-3AD203B41FA5}">
                      <a16:colId xmlns:a16="http://schemas.microsoft.com/office/drawing/2014/main" val="76823921"/>
                    </a:ext>
                  </a:extLst>
                </a:gridCol>
              </a:tblGrid>
              <a:tr h="999510">
                <a:tc>
                  <a:txBody>
                    <a:bodyPr/>
                    <a:lstStyle/>
                    <a:p>
                      <a:pPr>
                        <a:buNone/>
                      </a:pPr>
                      <a:r>
                        <a:rPr lang="en-IN"/>
                        <a:t>Model</a:t>
                      </a:r>
                    </a:p>
                  </a:txBody>
                  <a:tcPr anchor="ctr">
                    <a:lnL>
                      <a:noFill/>
                    </a:lnL>
                    <a:lnR>
                      <a:noFill/>
                    </a:lnR>
                    <a:lnT>
                      <a:noFill/>
                    </a:lnT>
                    <a:lnB>
                      <a:noFill/>
                    </a:lnB>
                    <a:noFill/>
                  </a:tcPr>
                </a:tc>
                <a:tc>
                  <a:txBody>
                    <a:bodyPr/>
                    <a:lstStyle/>
                    <a:p>
                      <a:pPr>
                        <a:buNone/>
                      </a:pPr>
                      <a:r>
                        <a:rPr lang="en-IN"/>
                        <a:t>Accuracy</a:t>
                      </a:r>
                    </a:p>
                  </a:txBody>
                  <a:tcPr anchor="ctr">
                    <a:lnL>
                      <a:noFill/>
                    </a:lnL>
                    <a:lnR>
                      <a:noFill/>
                    </a:lnR>
                    <a:lnT>
                      <a:noFill/>
                    </a:lnT>
                    <a:lnB>
                      <a:noFill/>
                    </a:lnB>
                    <a:noFill/>
                  </a:tcPr>
                </a:tc>
                <a:tc>
                  <a:txBody>
                    <a:bodyPr/>
                    <a:lstStyle/>
                    <a:p>
                      <a:pPr>
                        <a:buNone/>
                      </a:pPr>
                      <a:r>
                        <a:rPr lang="en-IN"/>
                        <a:t>Precision</a:t>
                      </a:r>
                    </a:p>
                  </a:txBody>
                  <a:tcPr anchor="ctr">
                    <a:lnL>
                      <a:noFill/>
                    </a:lnL>
                    <a:lnR>
                      <a:noFill/>
                    </a:lnR>
                    <a:lnT>
                      <a:noFill/>
                    </a:lnT>
                    <a:lnB>
                      <a:noFill/>
                    </a:lnB>
                    <a:noFill/>
                  </a:tcPr>
                </a:tc>
                <a:tc>
                  <a:txBody>
                    <a:bodyPr/>
                    <a:lstStyle/>
                    <a:p>
                      <a:pPr>
                        <a:buNone/>
                      </a:pPr>
                      <a:r>
                        <a:rPr lang="en-IN"/>
                        <a:t>Recall</a:t>
                      </a:r>
                    </a:p>
                  </a:txBody>
                  <a:tcPr anchor="ctr">
                    <a:lnL>
                      <a:noFill/>
                    </a:lnL>
                    <a:lnR>
                      <a:noFill/>
                    </a:lnR>
                    <a:lnT>
                      <a:noFill/>
                    </a:lnT>
                    <a:lnB>
                      <a:noFill/>
                    </a:lnB>
                    <a:noFill/>
                  </a:tcPr>
                </a:tc>
                <a:tc>
                  <a:txBody>
                    <a:bodyPr/>
                    <a:lstStyle/>
                    <a:p>
                      <a:pPr>
                        <a:buNone/>
                      </a:pPr>
                      <a:r>
                        <a:rPr lang="en-IN"/>
                        <a:t>F1 Score</a:t>
                      </a:r>
                    </a:p>
                  </a:txBody>
                  <a:tcPr anchor="ctr">
                    <a:lnL>
                      <a:noFill/>
                    </a:lnL>
                    <a:lnR>
                      <a:noFill/>
                    </a:lnR>
                    <a:lnT>
                      <a:noFill/>
                    </a:lnT>
                    <a:lnB>
                      <a:noFill/>
                    </a:lnB>
                    <a:noFill/>
                  </a:tcPr>
                </a:tc>
                <a:tc>
                  <a:txBody>
                    <a:bodyPr/>
                    <a:lstStyle/>
                    <a:p>
                      <a:pPr>
                        <a:buNone/>
                      </a:pPr>
                      <a:r>
                        <a:rPr lang="en-IN"/>
                        <a:t>False Positive Rate</a:t>
                      </a:r>
                    </a:p>
                  </a:txBody>
                  <a:tcPr anchor="ctr">
                    <a:lnL>
                      <a:noFill/>
                    </a:lnL>
                    <a:lnR>
                      <a:noFill/>
                    </a:lnR>
                    <a:lnT>
                      <a:noFill/>
                    </a:lnT>
                    <a:lnB>
                      <a:noFill/>
                    </a:lnB>
                    <a:noFill/>
                  </a:tcPr>
                </a:tc>
                <a:extLst>
                  <a:ext uri="{0D108BD9-81ED-4DB2-BD59-A6C34878D82A}">
                    <a16:rowId xmlns:a16="http://schemas.microsoft.com/office/drawing/2014/main" val="2455628202"/>
                  </a:ext>
                </a:extLst>
              </a:tr>
              <a:tr h="571148">
                <a:tc>
                  <a:txBody>
                    <a:bodyPr/>
                    <a:lstStyle/>
                    <a:p>
                      <a:pPr>
                        <a:buNone/>
                      </a:pPr>
                      <a:r>
                        <a:rPr lang="en-IN"/>
                        <a:t>Random Forest</a:t>
                      </a:r>
                    </a:p>
                  </a:txBody>
                  <a:tcPr anchor="ctr">
                    <a:lnL>
                      <a:noFill/>
                    </a:lnL>
                    <a:lnR>
                      <a:noFill/>
                    </a:lnR>
                    <a:lnT>
                      <a:noFill/>
                    </a:lnT>
                    <a:lnB>
                      <a:noFill/>
                    </a:lnB>
                    <a:noFill/>
                  </a:tcPr>
                </a:tc>
                <a:tc>
                  <a:txBody>
                    <a:bodyPr/>
                    <a:lstStyle/>
                    <a:p>
                      <a:pPr>
                        <a:buNone/>
                      </a:pPr>
                      <a:r>
                        <a:rPr lang="en-IN"/>
                        <a:t>99.1%</a:t>
                      </a:r>
                    </a:p>
                  </a:txBody>
                  <a:tcPr anchor="ctr">
                    <a:lnL>
                      <a:noFill/>
                    </a:lnL>
                    <a:lnR>
                      <a:noFill/>
                    </a:lnR>
                    <a:lnT>
                      <a:noFill/>
                    </a:lnT>
                    <a:lnB>
                      <a:noFill/>
                    </a:lnB>
                    <a:noFill/>
                  </a:tcPr>
                </a:tc>
                <a:tc>
                  <a:txBody>
                    <a:bodyPr/>
                    <a:lstStyle/>
                    <a:p>
                      <a:pPr>
                        <a:buNone/>
                      </a:pPr>
                      <a:r>
                        <a:rPr lang="en-IN"/>
                        <a:t>98.8%</a:t>
                      </a:r>
                    </a:p>
                  </a:txBody>
                  <a:tcPr anchor="ctr">
                    <a:lnL>
                      <a:noFill/>
                    </a:lnL>
                    <a:lnR>
                      <a:noFill/>
                    </a:lnR>
                    <a:lnT>
                      <a:noFill/>
                    </a:lnT>
                    <a:lnB>
                      <a:noFill/>
                    </a:lnB>
                    <a:noFill/>
                  </a:tcPr>
                </a:tc>
                <a:tc>
                  <a:txBody>
                    <a:bodyPr/>
                    <a:lstStyle/>
                    <a:p>
                      <a:pPr>
                        <a:buNone/>
                      </a:pPr>
                      <a:r>
                        <a:rPr lang="en-IN"/>
                        <a:t>99.3%</a:t>
                      </a:r>
                    </a:p>
                  </a:txBody>
                  <a:tcPr anchor="ctr">
                    <a:lnL>
                      <a:noFill/>
                    </a:lnL>
                    <a:lnR>
                      <a:noFill/>
                    </a:lnR>
                    <a:lnT>
                      <a:noFill/>
                    </a:lnT>
                    <a:lnB>
                      <a:noFill/>
                    </a:lnB>
                    <a:noFill/>
                  </a:tcPr>
                </a:tc>
                <a:tc>
                  <a:txBody>
                    <a:bodyPr/>
                    <a:lstStyle/>
                    <a:p>
                      <a:pPr>
                        <a:buNone/>
                      </a:pPr>
                      <a:r>
                        <a:rPr lang="en-IN"/>
                        <a:t>99.0%</a:t>
                      </a:r>
                    </a:p>
                  </a:txBody>
                  <a:tcPr anchor="ctr">
                    <a:lnL>
                      <a:noFill/>
                    </a:lnL>
                    <a:lnR>
                      <a:noFill/>
                    </a:lnR>
                    <a:lnT>
                      <a:noFill/>
                    </a:lnT>
                    <a:lnB>
                      <a:noFill/>
                    </a:lnB>
                    <a:noFill/>
                  </a:tcPr>
                </a:tc>
                <a:tc>
                  <a:txBody>
                    <a:bodyPr/>
                    <a:lstStyle/>
                    <a:p>
                      <a:pPr>
                        <a:buNone/>
                      </a:pPr>
                      <a:r>
                        <a:rPr lang="en-IN"/>
                        <a:t>0.9%</a:t>
                      </a:r>
                    </a:p>
                  </a:txBody>
                  <a:tcPr anchor="ctr">
                    <a:lnL>
                      <a:noFill/>
                    </a:lnL>
                    <a:lnR>
                      <a:noFill/>
                    </a:lnR>
                    <a:lnT>
                      <a:noFill/>
                    </a:lnT>
                    <a:lnB>
                      <a:noFill/>
                    </a:lnB>
                    <a:noFill/>
                  </a:tcPr>
                </a:tc>
                <a:extLst>
                  <a:ext uri="{0D108BD9-81ED-4DB2-BD59-A6C34878D82A}">
                    <a16:rowId xmlns:a16="http://schemas.microsoft.com/office/drawing/2014/main" val="912538028"/>
                  </a:ext>
                </a:extLst>
              </a:tr>
              <a:tr h="571148">
                <a:tc>
                  <a:txBody>
                    <a:bodyPr/>
                    <a:lstStyle/>
                    <a:p>
                      <a:pPr>
                        <a:buNone/>
                      </a:pPr>
                      <a:r>
                        <a:rPr lang="en-IN"/>
                        <a:t>SVM</a:t>
                      </a:r>
                    </a:p>
                  </a:txBody>
                  <a:tcPr anchor="ctr">
                    <a:lnL>
                      <a:noFill/>
                    </a:lnL>
                    <a:lnR>
                      <a:noFill/>
                    </a:lnR>
                    <a:lnT>
                      <a:noFill/>
                    </a:lnT>
                    <a:lnB>
                      <a:noFill/>
                    </a:lnB>
                    <a:noFill/>
                  </a:tcPr>
                </a:tc>
                <a:tc>
                  <a:txBody>
                    <a:bodyPr/>
                    <a:lstStyle/>
                    <a:p>
                      <a:pPr>
                        <a:buNone/>
                      </a:pPr>
                      <a:r>
                        <a:rPr lang="en-IN"/>
                        <a:t>98.4%</a:t>
                      </a:r>
                    </a:p>
                  </a:txBody>
                  <a:tcPr anchor="ctr">
                    <a:lnL>
                      <a:noFill/>
                    </a:lnL>
                    <a:lnR>
                      <a:noFill/>
                    </a:lnR>
                    <a:lnT>
                      <a:noFill/>
                    </a:lnT>
                    <a:lnB>
                      <a:noFill/>
                    </a:lnB>
                    <a:noFill/>
                  </a:tcPr>
                </a:tc>
                <a:tc>
                  <a:txBody>
                    <a:bodyPr/>
                    <a:lstStyle/>
                    <a:p>
                      <a:pPr>
                        <a:buNone/>
                      </a:pPr>
                      <a:r>
                        <a:rPr lang="en-IN"/>
                        <a:t>97.9%</a:t>
                      </a:r>
                    </a:p>
                  </a:txBody>
                  <a:tcPr anchor="ctr">
                    <a:lnL>
                      <a:noFill/>
                    </a:lnL>
                    <a:lnR>
                      <a:noFill/>
                    </a:lnR>
                    <a:lnT>
                      <a:noFill/>
                    </a:lnT>
                    <a:lnB>
                      <a:noFill/>
                    </a:lnB>
                    <a:noFill/>
                  </a:tcPr>
                </a:tc>
                <a:tc>
                  <a:txBody>
                    <a:bodyPr/>
                    <a:lstStyle/>
                    <a:p>
                      <a:pPr>
                        <a:buNone/>
                      </a:pPr>
                      <a:r>
                        <a:rPr lang="en-IN"/>
                        <a:t>98.6%</a:t>
                      </a:r>
                    </a:p>
                  </a:txBody>
                  <a:tcPr anchor="ctr">
                    <a:lnL>
                      <a:noFill/>
                    </a:lnL>
                    <a:lnR>
                      <a:noFill/>
                    </a:lnR>
                    <a:lnT>
                      <a:noFill/>
                    </a:lnT>
                    <a:lnB>
                      <a:noFill/>
                    </a:lnB>
                    <a:noFill/>
                  </a:tcPr>
                </a:tc>
                <a:tc>
                  <a:txBody>
                    <a:bodyPr/>
                    <a:lstStyle/>
                    <a:p>
                      <a:pPr>
                        <a:buNone/>
                      </a:pPr>
                      <a:r>
                        <a:rPr lang="en-IN"/>
                        <a:t>98.2%</a:t>
                      </a:r>
                    </a:p>
                  </a:txBody>
                  <a:tcPr anchor="ctr">
                    <a:lnL>
                      <a:noFill/>
                    </a:lnL>
                    <a:lnR>
                      <a:noFill/>
                    </a:lnR>
                    <a:lnT>
                      <a:noFill/>
                    </a:lnT>
                    <a:lnB>
                      <a:noFill/>
                    </a:lnB>
                    <a:noFill/>
                  </a:tcPr>
                </a:tc>
                <a:tc>
                  <a:txBody>
                    <a:bodyPr/>
                    <a:lstStyle/>
                    <a:p>
                      <a:pPr>
                        <a:buNone/>
                      </a:pPr>
                      <a:r>
                        <a:rPr lang="en-IN"/>
                        <a:t>1.6%</a:t>
                      </a:r>
                    </a:p>
                  </a:txBody>
                  <a:tcPr anchor="ctr">
                    <a:lnL>
                      <a:noFill/>
                    </a:lnL>
                    <a:lnR>
                      <a:noFill/>
                    </a:lnR>
                    <a:lnT>
                      <a:noFill/>
                    </a:lnT>
                    <a:lnB>
                      <a:noFill/>
                    </a:lnB>
                    <a:noFill/>
                  </a:tcPr>
                </a:tc>
                <a:extLst>
                  <a:ext uri="{0D108BD9-81ED-4DB2-BD59-A6C34878D82A}">
                    <a16:rowId xmlns:a16="http://schemas.microsoft.com/office/drawing/2014/main" val="984912012"/>
                  </a:ext>
                </a:extLst>
              </a:tr>
              <a:tr h="999510">
                <a:tc>
                  <a:txBody>
                    <a:bodyPr/>
                    <a:lstStyle/>
                    <a:p>
                      <a:pPr>
                        <a:buNone/>
                      </a:pPr>
                      <a:r>
                        <a:rPr lang="en-IN"/>
                        <a:t>Gradient Boosting</a:t>
                      </a:r>
                    </a:p>
                  </a:txBody>
                  <a:tcPr anchor="ctr">
                    <a:lnL>
                      <a:noFill/>
                    </a:lnL>
                    <a:lnR>
                      <a:noFill/>
                    </a:lnR>
                    <a:lnT>
                      <a:noFill/>
                    </a:lnT>
                    <a:lnB>
                      <a:noFill/>
                    </a:lnB>
                    <a:noFill/>
                  </a:tcPr>
                </a:tc>
                <a:tc>
                  <a:txBody>
                    <a:bodyPr/>
                    <a:lstStyle/>
                    <a:p>
                      <a:pPr>
                        <a:buNone/>
                      </a:pPr>
                      <a:r>
                        <a:rPr lang="en-IN"/>
                        <a:t>99.0%</a:t>
                      </a:r>
                    </a:p>
                  </a:txBody>
                  <a:tcPr anchor="ctr">
                    <a:lnL>
                      <a:noFill/>
                    </a:lnL>
                    <a:lnR>
                      <a:noFill/>
                    </a:lnR>
                    <a:lnT>
                      <a:noFill/>
                    </a:lnT>
                    <a:lnB>
                      <a:noFill/>
                    </a:lnB>
                    <a:noFill/>
                  </a:tcPr>
                </a:tc>
                <a:tc>
                  <a:txBody>
                    <a:bodyPr/>
                    <a:lstStyle/>
                    <a:p>
                      <a:pPr>
                        <a:buNone/>
                      </a:pPr>
                      <a:r>
                        <a:rPr lang="en-IN"/>
                        <a:t>98.6%</a:t>
                      </a:r>
                    </a:p>
                  </a:txBody>
                  <a:tcPr anchor="ctr">
                    <a:lnL>
                      <a:noFill/>
                    </a:lnL>
                    <a:lnR>
                      <a:noFill/>
                    </a:lnR>
                    <a:lnT>
                      <a:noFill/>
                    </a:lnT>
                    <a:lnB>
                      <a:noFill/>
                    </a:lnB>
                    <a:noFill/>
                  </a:tcPr>
                </a:tc>
                <a:tc>
                  <a:txBody>
                    <a:bodyPr/>
                    <a:lstStyle/>
                    <a:p>
                      <a:pPr>
                        <a:buNone/>
                      </a:pPr>
                      <a:r>
                        <a:rPr lang="en-IN"/>
                        <a:t>99.1%</a:t>
                      </a:r>
                    </a:p>
                  </a:txBody>
                  <a:tcPr anchor="ctr">
                    <a:lnL>
                      <a:noFill/>
                    </a:lnL>
                    <a:lnR>
                      <a:noFill/>
                    </a:lnR>
                    <a:lnT>
                      <a:noFill/>
                    </a:lnT>
                    <a:lnB>
                      <a:noFill/>
                    </a:lnB>
                    <a:noFill/>
                  </a:tcPr>
                </a:tc>
                <a:tc>
                  <a:txBody>
                    <a:bodyPr/>
                    <a:lstStyle/>
                    <a:p>
                      <a:pPr>
                        <a:buNone/>
                      </a:pPr>
                      <a:r>
                        <a:rPr lang="en-IN"/>
                        <a:t>98.8%</a:t>
                      </a:r>
                    </a:p>
                  </a:txBody>
                  <a:tcPr anchor="ctr">
                    <a:lnL>
                      <a:noFill/>
                    </a:lnL>
                    <a:lnR>
                      <a:noFill/>
                    </a:lnR>
                    <a:lnT>
                      <a:noFill/>
                    </a:lnT>
                    <a:lnB>
                      <a:noFill/>
                    </a:lnB>
                    <a:noFill/>
                  </a:tcPr>
                </a:tc>
                <a:tc>
                  <a:txBody>
                    <a:bodyPr/>
                    <a:lstStyle/>
                    <a:p>
                      <a:pPr>
                        <a:buNone/>
                      </a:pPr>
                      <a:r>
                        <a:rPr lang="en-IN"/>
                        <a:t>1.1%</a:t>
                      </a:r>
                    </a:p>
                  </a:txBody>
                  <a:tcPr anchor="ctr">
                    <a:lnL>
                      <a:noFill/>
                    </a:lnL>
                    <a:lnR>
                      <a:noFill/>
                    </a:lnR>
                    <a:lnT>
                      <a:noFill/>
                    </a:lnT>
                    <a:lnB>
                      <a:noFill/>
                    </a:lnB>
                    <a:noFill/>
                  </a:tcPr>
                </a:tc>
                <a:extLst>
                  <a:ext uri="{0D108BD9-81ED-4DB2-BD59-A6C34878D82A}">
                    <a16:rowId xmlns:a16="http://schemas.microsoft.com/office/drawing/2014/main" val="3232638529"/>
                  </a:ext>
                </a:extLst>
              </a:tr>
              <a:tr h="571148">
                <a:tc>
                  <a:txBody>
                    <a:bodyPr/>
                    <a:lstStyle/>
                    <a:p>
                      <a:pPr>
                        <a:buNone/>
                      </a:pPr>
                      <a:r>
                        <a:rPr lang="en-IN"/>
                        <a:t>Neural Network</a:t>
                      </a:r>
                    </a:p>
                  </a:txBody>
                  <a:tcPr anchor="ctr">
                    <a:lnL>
                      <a:noFill/>
                    </a:lnL>
                    <a:lnR>
                      <a:noFill/>
                    </a:lnR>
                    <a:lnT>
                      <a:noFill/>
                    </a:lnT>
                    <a:lnB>
                      <a:noFill/>
                    </a:lnB>
                    <a:noFill/>
                  </a:tcPr>
                </a:tc>
                <a:tc>
                  <a:txBody>
                    <a:bodyPr/>
                    <a:lstStyle/>
                    <a:p>
                      <a:pPr>
                        <a:buNone/>
                      </a:pPr>
                      <a:r>
                        <a:rPr lang="en-IN"/>
                        <a:t>98.7%</a:t>
                      </a:r>
                    </a:p>
                  </a:txBody>
                  <a:tcPr anchor="ctr">
                    <a:lnL>
                      <a:noFill/>
                    </a:lnL>
                    <a:lnR>
                      <a:noFill/>
                    </a:lnR>
                    <a:lnT>
                      <a:noFill/>
                    </a:lnT>
                    <a:lnB>
                      <a:noFill/>
                    </a:lnB>
                    <a:noFill/>
                  </a:tcPr>
                </a:tc>
                <a:tc>
                  <a:txBody>
                    <a:bodyPr/>
                    <a:lstStyle/>
                    <a:p>
                      <a:pPr>
                        <a:buNone/>
                      </a:pPr>
                      <a:r>
                        <a:rPr lang="en-IN"/>
                        <a:t>98.2%</a:t>
                      </a:r>
                    </a:p>
                  </a:txBody>
                  <a:tcPr anchor="ctr">
                    <a:lnL>
                      <a:noFill/>
                    </a:lnL>
                    <a:lnR>
                      <a:noFill/>
                    </a:lnR>
                    <a:lnT>
                      <a:noFill/>
                    </a:lnT>
                    <a:lnB>
                      <a:noFill/>
                    </a:lnB>
                    <a:noFill/>
                  </a:tcPr>
                </a:tc>
                <a:tc>
                  <a:txBody>
                    <a:bodyPr/>
                    <a:lstStyle/>
                    <a:p>
                      <a:pPr>
                        <a:buNone/>
                      </a:pPr>
                      <a:r>
                        <a:rPr lang="en-IN"/>
                        <a:t>98.9%</a:t>
                      </a:r>
                    </a:p>
                  </a:txBody>
                  <a:tcPr anchor="ctr">
                    <a:lnL>
                      <a:noFill/>
                    </a:lnL>
                    <a:lnR>
                      <a:noFill/>
                    </a:lnR>
                    <a:lnT>
                      <a:noFill/>
                    </a:lnT>
                    <a:lnB>
                      <a:noFill/>
                    </a:lnB>
                    <a:noFill/>
                  </a:tcPr>
                </a:tc>
                <a:tc>
                  <a:txBody>
                    <a:bodyPr/>
                    <a:lstStyle/>
                    <a:p>
                      <a:pPr>
                        <a:buNone/>
                      </a:pPr>
                      <a:r>
                        <a:rPr lang="en-IN"/>
                        <a:t>98.5%</a:t>
                      </a:r>
                    </a:p>
                  </a:txBody>
                  <a:tcPr anchor="ctr">
                    <a:lnL>
                      <a:noFill/>
                    </a:lnL>
                    <a:lnR>
                      <a:noFill/>
                    </a:lnR>
                    <a:lnT>
                      <a:noFill/>
                    </a:lnT>
                    <a:lnB>
                      <a:noFill/>
                    </a:lnB>
                    <a:noFill/>
                  </a:tcPr>
                </a:tc>
                <a:tc>
                  <a:txBody>
                    <a:bodyPr/>
                    <a:lstStyle/>
                    <a:p>
                      <a:pPr>
                        <a:buNone/>
                      </a:pPr>
                      <a:r>
                        <a:rPr lang="en-IN" dirty="0"/>
                        <a:t>1.4%</a:t>
                      </a:r>
                    </a:p>
                  </a:txBody>
                  <a:tcPr anchor="ctr">
                    <a:lnL>
                      <a:noFill/>
                    </a:lnL>
                    <a:lnR>
                      <a:noFill/>
                    </a:lnR>
                    <a:lnT>
                      <a:noFill/>
                    </a:lnT>
                    <a:lnB>
                      <a:noFill/>
                    </a:lnB>
                    <a:noFill/>
                  </a:tcPr>
                </a:tc>
                <a:extLst>
                  <a:ext uri="{0D108BD9-81ED-4DB2-BD59-A6C34878D82A}">
                    <a16:rowId xmlns:a16="http://schemas.microsoft.com/office/drawing/2014/main" val="2982006659"/>
                  </a:ext>
                </a:extLst>
              </a:tr>
            </a:tbl>
          </a:graphicData>
        </a:graphic>
      </p:graphicFrame>
    </p:spTree>
    <p:extLst>
      <p:ext uri="{BB962C8B-B14F-4D97-AF65-F5344CB8AC3E}">
        <p14:creationId xmlns:p14="http://schemas.microsoft.com/office/powerpoint/2010/main" val="3645671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p:txBody>
          <a:bodyPr/>
          <a:lstStyle/>
          <a:p>
            <a:pPr marL="0" indent="0">
              <a:buNone/>
            </a:pPr>
            <a:r>
              <a:rPr lang="en-IN" dirty="0">
                <a:hlinkClick r:id="rId2"/>
              </a:rPr>
              <a:t>https://journals.sagepub.com/doi/abs/10.3233/JIFS-190159</a:t>
            </a:r>
            <a:endParaRPr lang="en-IN" dirty="0"/>
          </a:p>
          <a:p>
            <a:pPr marL="0" indent="0">
              <a:buNone/>
            </a:pPr>
            <a:endParaRPr lang="en-IN" dirty="0"/>
          </a:p>
          <a:p>
            <a:pPr marL="0" indent="0">
              <a:buNone/>
            </a:pPr>
            <a:r>
              <a:rPr lang="en-IN" dirty="0">
                <a:hlinkClick r:id="rId3"/>
              </a:rPr>
              <a:t>https://pmc.ncbi.nlm.nih.gov/articles/PMC8791701/</a:t>
            </a:r>
            <a:endParaRPr lang="en-IN" dirty="0"/>
          </a:p>
          <a:p>
            <a:pPr marL="0" indent="0">
              <a:buNone/>
            </a:pPr>
            <a:endParaRPr lang="en-IN" dirty="0"/>
          </a:p>
          <a:p>
            <a:pPr marL="0" indent="0">
              <a:buNone/>
            </a:pPr>
            <a:r>
              <a:rPr lang="en-IN" dirty="0">
                <a:hlinkClick r:id="rId4"/>
              </a:rPr>
              <a:t>https://www.sciencedirect.com/science/article/pii/S1877050924031533</a:t>
            </a:r>
            <a:endParaRPr lang="en-IN" dirty="0"/>
          </a:p>
          <a:p>
            <a:pPr marL="0" indent="0">
              <a:buNone/>
            </a:pPr>
            <a:endParaRPr lang="en-IN" dirty="0"/>
          </a:p>
          <a:p>
            <a:pPr marL="0" indent="0">
              <a:buNone/>
            </a:pPr>
            <a:r>
              <a:rPr lang="en-IN" dirty="0"/>
              <a:t>https://onlinelibrary.wiley.com/doi/full/10.1002/eng2.12697</a:t>
            </a:r>
          </a:p>
          <a:p>
            <a:pPr marL="0" indent="0">
              <a:buNone/>
            </a:pPr>
            <a:endParaRPr lang="en-IN" dirty="0"/>
          </a:p>
        </p:txBody>
      </p:sp>
    </p:spTree>
    <p:extLst>
      <p:ext uri="{BB962C8B-B14F-4D97-AF65-F5344CB8AC3E}">
        <p14:creationId xmlns:p14="http://schemas.microsoft.com/office/powerpoint/2010/main" val="2724917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362</TotalTime>
  <Words>924</Words>
  <Application>Microsoft Office PowerPoint</Application>
  <PresentationFormat>Widescreen</PresentationFormat>
  <Paragraphs>126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Wingdings</vt:lpstr>
      <vt:lpstr>Office Theme</vt:lpstr>
      <vt:lpstr>DDoS identification and redirection using Machine Learning</vt:lpstr>
      <vt:lpstr>Outline</vt:lpstr>
      <vt:lpstr>Introduction: DDoS and Machine Learning Approach</vt:lpstr>
      <vt:lpstr>Machine Learning in DDoS</vt:lpstr>
      <vt:lpstr>Literature Review: ML-Based DDoS Detection Approaches</vt:lpstr>
      <vt:lpstr>Deep Learning and hybrid models</vt:lpstr>
      <vt:lpstr>Limitations, issues in existing research</vt:lpstr>
      <vt:lpstr>Problem Statement</vt:lpstr>
      <vt:lpstr>Objectives</vt:lpstr>
      <vt:lpstr>Proposed Methodology: Data Preparation</vt:lpstr>
      <vt:lpstr>Proposed Methodology: Feature Selection</vt:lpstr>
      <vt:lpstr>Proposed Methodology: Model Training</vt:lpstr>
      <vt:lpstr>Proposed Methodology: Practical Reliability Tests</vt:lpstr>
      <vt:lpstr>Result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shiv ram</cp:lastModifiedBy>
  <cp:revision>10</cp:revision>
  <dcterms:created xsi:type="dcterms:W3CDTF">2025-09-29T05:03:41Z</dcterms:created>
  <dcterms:modified xsi:type="dcterms:W3CDTF">2026-02-15T17:02:48Z</dcterms:modified>
</cp:coreProperties>
</file>